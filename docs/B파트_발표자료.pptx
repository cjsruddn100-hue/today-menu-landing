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파트는 랜딩의 본문입니다. 서비스 소개부터 기능, 위치 기반 추천 시연, 동작 순서까지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흐름은 부러움 → 고충 → 공감 → 숫자 → 해결책 → 시연 → 동작 순서입니다. 6번 위치 기반 추천에서 실제 시연을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"어떤 사무실은 11시 31분에 나간다"로 부러움을 주고, 직장인이 점심 메뉴 정할 때 겪는 고충 네 가지를 짚었습니다. 그 시간이 업무 중 20분, 쉬는 시간 10분이라는 걸 숫자로 보여주고, 저희는 3초로 끝낸다고 대비시켰습니다.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기능은 두 개입니다. 랜덤 추천은 버튼 한 번으로 한 곳을 뽑고, 어제 먹은 건 빼고는 최근 간 곳을 자동으로 제외합니다. 컨셉은 "고민을 줄여주는 앱이 아니라 끝내주는 앱"이고, 장점은 3초, 걸어서, 1번입니다.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지금 보시는 건 실제 네이버 지도입니다. 핀을 누르면 가게 정보가 열리고, 목록을 누르면 지도가 그 가게로 이동합니다. 뽑기 버튼을 누르면 최근에 간 곳은 빼고 한 곳을 골라줍니다. 다섯 번 눌러도 겹치지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경우 컴퓨터로 진행합니다. 네이버 지도 ID가 경우 컴퓨터에만 있기 때문입니다. 지도가 안 떠도 자동으로 그림 지도로 바뀌어 기능은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 순서는 네 단계입니다. 위치 확인, 반경 탐색, 한 곳 결정, 공유. 입력 한 번 없이 3초 안에 끝납니다.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가게 정보는 발표용 임시 데이터이고, 실제로는 공공데이터포털 상가정보 API로 채우도록 설계했습니다. 레포가 Public이라 키는 로컬 전용 파일에만 두고 .gitignore로 막았습니다.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기술적으로는 네이버 지도 API를 연동했고, 배열과 forEach로 마커를 만들고, filter로 최근 간 곳을 빼고, Math.random으로 한 곳을 고르고, localStorage에 방문 기록을 저장했습니다. 지도 로딩이 실패하면 자동으로 그림 지도로 바뀌게 해서 어떤 환경에서도 멈추지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 카드 순서대로 답하면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위치를 알면 고민할 거리 자체가 줄어듭니다. 그게 저희가 위치 기반을 고른 이유입니다.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E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PROJECT · B파트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뭐먹지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→ Features → 위치 기반 추천 → How It 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004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직장인이 점심 메뉴 정하느라 버리는 시간을,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수 있는 곳 중 딱 한 곳</a:t>
            </a:r>
            <a:pPr indent="0" marL="0">
              <a:buNone/>
            </a:pPr>
            <a:r>
              <a:rPr lang="en-US" sz="17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골라주는 방식으로 없앤다.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E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경우   ·   github.com/cjsruddn100-hue/today-menu-landing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 그대로, 7단계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부러움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38074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3807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3258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"11시 30분에 정하고, 11시 31분에 나갑니다"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81051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810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고충 4개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186537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18653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18105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끊김 · 눈치 게임 · 검색 피로 · 메뉴 고착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295144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295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31720" y="23500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2350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2951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"가끔은 그냥, 누가 딱 정해줬으면"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277977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283464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31720" y="2834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27797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중 20분 · 쉬는 시간 10분 → 3초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26440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264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331720" y="331927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31720" y="3319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32644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추천 / 어제 먹은 건 빼고 + 컨셉 + 장점 3개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374904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331720" y="380390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31720" y="38039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749040" y="3749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네이버 지도 위 핀 5곳 → 정보 · 뽑기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423367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4233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순서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331720" y="428853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2885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749040" y="42336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01~04: 위치 → 반경 → 한 곳 → 공유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부러움 → 고충 → 공감 → 숫자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사무실은 11시 30분에 정하고, 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 31분에 나갑니다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9110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끊김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85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 말고 메뉴 회의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9110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눈치 게임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185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"아무거나"의 무한 루프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8712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피로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1455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찾아봐도 광고 글뿐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06040" y="27432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0632" y="28712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고착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70632" y="31455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늘 가던 집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"가끔은 그냥, 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딱 정해줬으면</a:t>
            </a:r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싶잖아요."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18745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8745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중 메뉴 정하는 시간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2788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7889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시간에 가게 찾는 시간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61188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4EC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703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7033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정하는 시간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만들었어요 — 기능 2개 + 컨셉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572000" cy="27247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94960" y="1234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CONCEPT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508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고민을 줄여주는 앱이 아니라,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고민을 끝내주는 앱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394960" y="246888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없이 바로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94960" y="3127248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31272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걸어서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1272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근처만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0" y="3785616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77840" y="37856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7856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공유로 끝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카드: 이런 게 불편했다면 → 이렇게 해소됩니다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추천 — 이렇게 누르면 이렇게 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545213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캡처는 그림 지도 버전 · 시연은 실제 네이버 지도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0" y="1234440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47872" y="1234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화면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12344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지도 + 반경 500m 원 + 내 위치 + 핀 5개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746504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47872" y="17465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핀 클릭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74650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안에 가게 정보 카드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83280" y="2258568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47872" y="225856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목록 클릭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2585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카드 + 지도가 그 가게로 이동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83280" y="2770632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4EC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47872" y="27706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뽑아보기 🎲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27706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간 곳 빼고 딱 한 곳 추천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383280" y="3282696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47872" y="328269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뽑기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328269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5번까지 안 겹침 → 6번째 "다 가봤네요!"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83280" y="3794760"/>
            <a:ext cx="53035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47872" y="3794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기록 지우기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37947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초기화 → 처음부터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링크 없음 — 모든 정보는 페이지 안에서 열립니다.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경우 컴퓨터로 — 준비 3단계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25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→ 폴더 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바탕화면\oz\bpart-keytest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우클릭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23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with Live Server → 127.0.0.1:5500 확인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섹션으로 스크롤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92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"걸어갈 수 있는 곳만 고릅니다"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4EC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🛟 안전장치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175564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지도가 안 뜨면(ID 없음·인터넷·인증 실패) 자동으로 그림 지도로 전환. 핀·정보·뽑기는 그대로 동작 → 발표 중 멈추지 않음.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팀원 화면은 그림 지도 = 정상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4930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버전엔 ID가 없어서 그림 지도로 보여요. 가게 5곳은 발표용 임시 데이터(실제 가게 아님)이고 화면 아래에도 적혀 있어요.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하나를 누르면, 이런 순서로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어디인지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현재 위치를 알려줌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Geolocation API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57276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057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수 있는 곳만 탐색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안 음식점만 조회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상가정보 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57276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057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한 곳만 결정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대신 한 곳만 뽑음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선택 로직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57276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057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찍고 공유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+ 링크로 단톡방에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마커 · 링크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한 번 없이, 여기까지 3초.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SERVICE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서비스라면 — 그리고 키는 이렇게 지켰다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0F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(발표용)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0F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지도 API (실제 연동 완료)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가게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data/stores.js 임시 5곳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 「소상공인 상가(상권)정보」 반경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강남역 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0F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Geolocation으로 내 현재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FF4EC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키(보안) 처리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78308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ID는 로컬 전용 파일에서만 읽음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키는 비밀 키라 코드에 아예 안 씀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파일은 .gitignore로 커밋 차단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전체 검사 — 키 값 0줄 확인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57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API는 활용신청 승인 + 연동 테스트까지 완료. Public 레포라 발표용 데이터로 대체.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WE LEARNED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내용을 어디에 썼나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 동적 로드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지도 SDK 불러오기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Promise then/catch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→ 지도, 실패 → 그림 지도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+ forEach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148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핀·목록·마커 자동 생성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createElement / appendChild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606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버튼·목록을 JS로 생성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063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addEventListener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063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핀·목록·뽑기·닫기·지우기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filter / includes / find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3520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5일 간 곳 빼기, 가게 찾기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977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Math.random + floor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3977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후보 중 한 곳 선택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1234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+ JSON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기록 저장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691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 / catch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막힌 브라우저 대비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148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textContent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2148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이름 안전하게 출력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4880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classList / hidden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2606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강조, 카드 열고 닫기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0632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54880" y="3063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(data-id)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3063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핀·목록·마커 연결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5204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54880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absolute + %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3520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지도 위 핀 배치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977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54880" y="3977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/ Flex / 미디어쿼리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3977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배치, 모바일 1열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6개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지도는 진짜인가요?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네, 네이버 지도 API 실제 연동. 가게 5곳만 임시 데이터.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가게 정보는 어떻게?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상가정보 API 반경 조회. 승인 완료, 형식도 맞춰둠.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9632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한 곳만 뽑나요?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10개면 고민이 다시 시작. "끝내는 앱"이 컨셉.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방문 기록은 어디에?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localStorage에만. 서버 전송 없음, 언제든 지우기.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0712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지도가 안 뜨면요?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10712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그림 지도로 전환, 나머지 기능은 그대로.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8E3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9632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키는 어떻게 관리?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전용 파일 + .gitignore. 레포엔 키 없는 버전만.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533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bpart-keytest로 Live Server 실행 → 127.0.0.1:5500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01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섹션에 실제 네이버 지도가 뜨는지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871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3682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"방문 기록 지우기" 한 번 눌러 초기화 (5번 안 겹치게)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5409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29352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0F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콘솔 "한도 및 알림 설정"에 한도 걸어두기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2102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502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 끝난 뒤 js\location-keys.local.js 삭제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알면, 고민할 거리 자체가 줄어듭니다.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B파트 발표 — 오늘은 뭐먹지</dc:title>
  <dc:subject>PptxGenJS Presentation</dc:subject>
  <dc:creator>PptxGenJS</dc:creator>
  <cp:lastModifiedBy>PptxGenJS</cp:lastModifiedBy>
  <cp:revision>1</cp:revision>
  <dcterms:created xsi:type="dcterms:W3CDTF">2026-09-20T08:46:35Z</dcterms:created>
  <dcterms:modified xsi:type="dcterms:W3CDTF">2026-09-20T08:46:35Z</dcterms:modified>
</cp:coreProperties>
</file>